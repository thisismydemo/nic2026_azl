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-1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3-1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7-1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6-1.pn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7-1.pn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3-1.pn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4-1.pn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job, a two-node validated system reached remotely, and the exact release it runs: a lab smaller than the real thing, with...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Demand: IIC estate + AVD session hosts + SOFS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Existing hardware or new purchase: discover the whole site, verify support and map observed server/fabric evidence into the...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Decision: validated integrated system (two AX-760)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Two-way mirror: one fault from zero redundancy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Inventory: servers, NIC ports/MACs, drives/controllers, boot media; ToR/OOB switches, firewall, uplinks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Outputs: provenance, supported hardware/firmware review, approved JSON-to-YAML mapping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Rack Aware: not chosen here, and not proven by this demo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One node plus the witness lost: quorum lost, cluster offline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8884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 (D-051)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0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Recommendation: Arc gateway (new deployments on 2506 or later; it cannot be enabled afterwards) or proxy plus Arc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Preview constraint: the provisioning preview used here does not support the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Lab: direct egress with the full allow-list (D-024)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Management/compute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Microsoft Entra Cloud Sync, agent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turns the design into infrastructure.yml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Backup for all tiers; Site Recovery for tier 1 with a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an Arc-registered machine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the machines get an OS and Arc by one of two routes, and the preview...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infrastructure.yml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deployment time-lapsed, Sonar listening beside it, and the intents running for real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10 minutes; Deploy 2.5 to 3 hours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Making it seaworthy: Monitor, Heimdall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Azure Backup as the worked example; any backup solution applies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Restore tests land on the isolated network, never next to production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As built: vault and policies in place; Site Recovery replication waits (node preparation needs approval; Trusted launch VMs are not supported)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policy set, Defender for Cloud on everything: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 with the Defender for Cloud, Azure Activity, Entra ID and Windows Security Events connectors...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a repair reserve and a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sized for every VM both sessions use; one drive per node never allocated; the SOFS as two VMs,...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Assessed, migrated, operated: one inventory through the lifecycle.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Assess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Test migrate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Cutover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Operate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Prepare, discover, target appliance on the cluster, replicate, migrate, verify, complete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an investigation from the rehearsal run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Intent drift remediated, and a node lost with quorum intact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incidents, two failure domains: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402336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384048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Not 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 redundancy to spare, and the BMC path may share the VPN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064639"/>
            <a:ext cx="402336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384679"/>
            <a:ext cx="384048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GPU host al03 restarts rather than moves: DDA does not live-migrate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Planned Site Recovery failover: a small Ragnarok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the job starts now and may not land in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integration with Site Recovery: confirm its status on the day (Learn lists it as preview)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play the labelled recording.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If it did not land: labelled recorded completed failover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voyage in one slide: every decision now running, and the cargo you take home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You may also like: more sagas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Behind the Patch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Times are Oslo time. Rooms can change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check the NIC agenda.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Repo and demo guide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36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2026-10-12T22:51:02Z</dcterms:created>
  <dcterms:modified xsi:type="dcterms:W3CDTF">2026-10-12T22:51:02Z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