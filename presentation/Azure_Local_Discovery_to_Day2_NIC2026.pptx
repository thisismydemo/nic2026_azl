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the scale, the repo and the guide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a lab smaller than the real thing.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2 x AX-760 nodes, switch pair, firewall pair, console server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The sizing story shows the method, not a promise that this cluster hosts that estate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From the first workshop to the first failover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Not in the room: reached remotely over a VPN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map and the boundaries: here be actual versions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three phases laid over the engineer's lifecycle.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Plan and discover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Deploy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Day-2 ready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Abstract: sizing against 2604. Cluster: 12.2609.1003.7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Preview: simplified machine provisioning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Tenant, identity, access, landing zone, automation, network, hardware, naming, workloads, continuity</a:t>
            </a:r>
          </a:p>
        </p:txBody>
      </p:sp>
      <p:sp>
        <p:nvSpPr>
          <p:cNvPr id="9" name="Card 9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RVTools from the VMware team, or Azure Migrate discovery</a:t>
            </a:r>
          </a:p>
        </p:txBody>
      </p:sp>
      <p:sp>
        <p:nvSpPr>
          <p:cNvPr id="12" name="Card 12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Both feed Azure Local Surveyor</a:t>
            </a:r>
          </a:p>
        </p:txBody>
      </p:sp>
      <p:sp>
        <p:nvSpPr>
          <p:cNvPr id="15" name="Card 15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Rule 16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Record missing evidence; do not invent it</a:t>
            </a:r>
          </a:p>
        </p:txBody>
      </p:sp>
      <p:cxnSp>
        <p:nvCxnSpPr>
          <p:cNvPr id="18" name="Line 1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9" name="Node 19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1" name="Node 21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3" name="Node 23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5" name="Node 25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7" name="Node 27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9" name="Node 2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0" name="Text 3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Demand,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 and the go/no-go: define 'back soon' precisely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Every decision is a value in the deployment config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foundation, WinPE evidence and OS-disk handoff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foundation and site checks lead to a non-destructive WinPE evidence gate; deterministic OS-disk identity is required before...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Environment Checker before anyone registers a node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WinPE: confirm tool/support, tested paths and approved Azure Storage evidence upload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OS disk: node identity, serial/unique ID and controller/location; ambiguity stops provisioning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Tool/runtime evidence pending T-7.1.9; simplified provisioning is a separate preview alternative</a:t>
            </a:r>
          </a:p>
        </p:txBody>
      </p:sp>
      <p:cxnSp>
        <p:nvCxnSpPr>
          <p:cNvPr id="7" name="Line 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8" name="Node 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0" name="Node 10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2" name="Node 1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4" name="Node 1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6" name="Node 1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Honest durations; the Resource Bridge step alone is 40 to 45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Local Identity bootstrap: node in WORKGROUP, secrets in the vault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ard 6"/>
          <p:cNvSpPr/>
          <p:nvPr/>
        </p:nvSpPr>
        <p:spPr>
          <a:xfrm>
            <a:off x="457200" y="2057019"/>
            <a:ext cx="4023360" cy="17564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Rule 7"/>
          <p:cNvSpPr/>
          <p:nvPr/>
        </p:nvSpPr>
        <p:spPr>
          <a:xfrm>
            <a:off x="621792" y="22398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548640" y="2377059"/>
            <a:ext cx="3840480" cy="13449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Health, storage, intents, 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not the firehose</a:t>
            </a:r>
          </a:p>
        </p:txBody>
      </p:sp>
      <p:sp>
        <p:nvSpPr>
          <p:cNvPr id="9" name="Card 9"/>
          <p:cNvSpPr/>
          <p:nvPr/>
        </p:nvSpPr>
        <p:spPr>
          <a:xfrm>
            <a:off x="4663440" y="2057019"/>
            <a:ext cx="4023360" cy="17564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Rule 10"/>
          <p:cNvSpPr/>
          <p:nvPr/>
        </p:nvSpPr>
        <p:spPr>
          <a:xfrm>
            <a:off x="4828032" y="22398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754880" y="2377059"/>
            <a:ext cx="3840480" cy="13449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Cluster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Lifecycle Manager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Guests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Update Manager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Windows 11 clients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Intune or Windows Update for Business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813179"/>
            <a:ext cx="1920240" cy="22440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960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133219"/>
            <a:ext cx="1737360" cy="18326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No patch run is shown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Azure Backup as the worked example; any backup solution applies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Entra PIM: eligible, not standing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Eligible, not standing, with an audit trail.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One initiative carries the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One initiative carries the hybrid baseline.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Compliance evaluation is not instant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 and 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Images, logical networks, storage paths: the targets for migration and VM lifecycle.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98F8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C3FBFE"/>
                </a:solidFill>
                <a:latin typeface="Roboto"/>
                <a:cs typeface="Roboto"/>
              </a:rPr>
              <a:t>Not live: no redundancy to spare, and the BMC path may share the VPN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Close the loops, and the saga you take 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section 1 decision is now running; the repo, scripts and guide are yours.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Demonstrated · Recorded · Artifact only · Not tested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Node back and resynced; VM created; policy compliance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Azure Policy initiative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Bicep deployment package and infrastructure.yml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Yesterday: AVD Anywhere on this cluster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30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2026-10-09T21:42:07Z</dcterms:created>
  <dcterms:modified xsi:type="dcterms:W3CDTF">2026-10-09T21:42:07Z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