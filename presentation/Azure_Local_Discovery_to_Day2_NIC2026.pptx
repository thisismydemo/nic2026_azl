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Cloud: Plan, Deploy, and Operate Azure Local from Discovery to Day 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Thu 15 Oct, 09:50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IIC wants Azure Local. Naturally, there are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Workshop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5341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602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917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5079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4078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393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4555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3816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74293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355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86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Failover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Fictional customer: IIC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the first workshop to the first failover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ship: a two-node validated system, below decks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two-node validated system, reached remotely.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x AX-760 nodes, switch pair, firewall pair, console server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in the room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reached remotely over a VPN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map: discovery to Day 2, with fewer sea monsters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phases laid over the engineer's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 · Building the ship · Making it seaworthy · Loading the cargo · Weathering the storm · Safe harbour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Versions and support: here be actual boundaries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GA, what is preview, and which release this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Abstract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 against 2604. Cluster: 12.2609.1003.7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simplified machine provisioning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tag and last validation date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Scale, repo and the guide: the lab is smaller than the job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assessment inventory and the real cluster are different scales; everything is in the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sizing story shows the method, not a promise that this cluster hosts that estate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guide: read along, or follow along where it needs no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12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&amp; Discover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course: the questions that decide everything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empty cell in the questionnaire is a deployment failure later.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Tenant, identity, access, landing zone, automation, network, hardware, naming, workloads, continuity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assessment: collect evidence, not optimism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Inventory, owners, criticality, dependencies, RPO/RTO.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RVTools from the VMware team, or Azure Migrate discovery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feed Azure Local Surveyor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 missing evidence; do not invent 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Surveyor and the dependencies it cannot see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Allocation evidence is not a dependency map.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az-1-1-surveyor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Recorded Demo: Azure Migrate discovers the estate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second route to the same evidence.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az-1-1-migrate-discovery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Sizing: usable capacity, minus wishful thinking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Growth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Resiliency copies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Rebuild reserve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Usable capacity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 on two nodes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N-1 maintenance reserve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Release decision: latest supported at build time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it fits only with a node down and the reserve intact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fits only with a node unavailable and the reserve intact.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az-1-2-sizing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 paths: validated, Premier or disaggregated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do we buy and who owns the firmware problem?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integrated system (two AX-760)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Outputs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bill of materials, firmware baseline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Topology, quorum and Rack Aware: count votes, not hopes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nodes, switched storage, cloud witness; Rack Aware is a different topology.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fault from zero redundancy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Rack Aware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chosen here, and not proven by this demo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assessment: a failed prerequisite has a deployment price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failed prerequisite and its deployment consequence.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Power, cooling, cabling, out-of-band access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Connectivity and egress: the packets need an exit plan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recommendation, preview constraint and lab workaround kept apart.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Recommendation: Arc gateway or proxy plus Arc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constraint: the provisioning preview used here does not support the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Lab: direct egress with the full allow-list (D-024)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Network ATC intent design, preferably intentional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node ports become a supported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intents: management, compute, storage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Dedicated VLANs; jumbo on storage; RDMA with PFC/ETS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25 GbE adapters link at 10 GbE on this switch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access: Bifrost needs an access policy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Vault, and who may do what.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domain join, no OU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Admin Center is not supported with this model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Groups, Azure RBAC, PIM eligibility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Landing zone and naming: future you has to read this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the cluster lives, who pays, what governs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subscription under the landing-zones management group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nic26 site token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Continuity and operations: define 'back soon' precisely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RPO/RTO per tier and the operating requirements decided now.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Backup for all tiers; Site Recovery for tier 1 with a quarterly test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scope and cost ceiling; maintenance windows; update ownership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design package and the go/no-go: plan feeds deploy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is the input file for Deploy.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is a value in the deployment config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9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the ship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the ship: the Azure foundation, rooted in Yggdrasil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landing zone as Bicep, idempotent.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Resource groups, providers, workspace, Key Vault, witness, spoke, tags, budgets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readiness: prerequisites decline to be optional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Firmware, switches, firewall, OS, validated by the Environment Checker.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Environment Checker before anyone registers a node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simplified machine provisioning, preview and proud of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media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Ownership voucher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Claim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Ready to cluster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alternative. This hardware is outside the supported list. Not the recommendation.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setting, every layer: follow the configuration trail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infrastructure.yml, Bicep parameter, portal field, result, validation.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what-if cannot validate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the what-if, before the what-have-we-done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Read-only preview of the deployment package.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az-2-4-whatif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deployment, time-lapsed: honest durations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Honest durations; the Resource Bridge step alone is 40 to 45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bootstrap: node in WORKGROUP, secrets in the vault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Network ATC intents meet running infrastructure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design from 1.7 is now the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az-2-5-intents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post-deployment validation, then a little 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healthy deployment is not a Day-2-ready platform.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az-2-6-validate-red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79208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11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Making it seaworthy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Making it seaworthy: Monitor, Heimdall and the bill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DCR is the cost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Health, storage, intents, cluster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the firehose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Insights and the DCR, data with boundaries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Insights; inspect existing telemetry.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az-3-1-insights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who updates what, and who told Windows 11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update planes, two owners; Windows 11 is a third.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Cluster: Lifecycle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Guests: Azure Update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11 clients: Intune or Windows Update for Business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patch run is shown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backup and DR setup, because hope has no RPO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 is recovery in hours; Site Recovery is continuity in minutes.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Backup as the worked example; any backup solution applies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Entra PIM, eligible and not standing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Eligible, not standing, with an audit trail.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az-3-4-pim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one initiative carries the security baseline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initiative carries the hybrid baseline.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 evaluation is not instant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platform: images, networks and storage paths for the cargo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Images, logical networks, storage paths: the targets for migration and VM lifecycle.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readiness gate, seaworthiness needs evidence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Operational acceptance is verified controls, not configured ones.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Configured · Pending evidence · Verified · Failed · Not applicable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57032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3B · 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Loading the cargo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Migrate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loading the cargo with Azure Migrate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Assessed, migrated, operated: one inventory through the lifecycle.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Prepare, discover, target appliance on the cluster, replicate, migrate, verify, complete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3B Loading the cargo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34856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15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Weathering the storm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</a:t>
            </a:r>
            <a:endParaRPr lang="en-US" sz="2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Weathering the storm: Lifecycle Manager, one update train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Download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 check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node by node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precheck that blocks progress; the decision to proceed or stop; post-update evidence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readiness and history, then the recorded update run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the run itself is recorded.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az-4-1-lcm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diagnosis: symptoms are not yet a root cause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Symptom, signal, differential diagnosis, action, recovery evidence.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is the repair finished and redundancy restored, not a cleared alert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a software-induced drive fault, hardware unharmed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drive fault read from Azure Monitor and storage health.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Software-induced: an administrative retire, not a physical 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Demo: Network ATC intent drift, remediated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Configuration drift is a fault the platform remediates.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az-4-2-drift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Recorded Demo: node failure, quorum keeps its composure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ops team sees first; not run live.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live: no redundancy to spare, and the BMC path may share the VPN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capacity is a decision, and one workload is turned 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Healthy-state and node-loss headroom; one workload rejected.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Adding a third node changes resiliency and 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the VM lifecycle through Arc, birth to tidy retirement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2 for workloads is Azure.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az-4-4-arc-vm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Demo: planned Site Recovery failover, a small Ragnarok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Source, replication path, Azure target; the job starts now and may not land in time.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Completion is not guaranteed during the talk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012680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91793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</a:t>
            </a:r>
            <a:endParaRPr lang="en-US" sz="4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harbour: the failover result, not just relief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the landed job, or play the labelled recording.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it did not land: labelled recorded completed failover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 the loops: every section 1 decision is now running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made in section 1 is now running.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 back and resynced; VM created; policy compliance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voyage in one slide: plan, deploy, operate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lifecycle with our artefact at each phase.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saga you take home: repo, scripts and the guide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what the abstract promised.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deployment package and infrastructure.yml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Policy initiative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 runbook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maintenance configuration templates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Monitor DCRs and alert rules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Planning artefacts and handouts; the demo guide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 and today: same cluster, one realm of three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Yesterday's AVD session used this same cluster as one of three realms.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 on this cluster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cluster was planned, deployed and operated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like: more sagas worth your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Beyond the Basics: What-If for Deployment Stacks &amp; AI-Assisted Bicep (Torrey Trahanovsky, L300)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Who Broke Production? Ask the Agent (Marius Sandbu, L400)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Voyage complete. Day 2 never ends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0" y="6583680"/>
            <a:ext cx="4389120" cy="0"/>
          </a:xfrm>
          <a:prstGeom prst="line">
            <a:avLst/>
          </a:prstGeom>
          <a:noFill/>
          <a:ln w="19050">
            <a:solidFill>
              <a:srgbClr val="334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06640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12864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84464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0688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Seaworthy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62288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68512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Cargo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40112" y="6528816"/>
            <a:ext cx="109728" cy="109728"/>
          </a:xfrm>
          <a:prstGeom prst="ellipse">
            <a:avLst/>
          </a:prstGeom>
          <a:solidFill>
            <a:srgbClr val="33406A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46336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Storm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890504" y="6501384"/>
            <a:ext cx="164592" cy="164592"/>
          </a:xfrm>
          <a:prstGeom prst="ellipse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0" y="625449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Harbour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PptxGenJS</dc:creator>
  <cp:lastModifiedBy>PptxGenJS</cp:lastModifiedBy>
  <cp:revision>1</cp:revision>
  <dcterms:created xsi:type="dcterms:W3CDTF">2026-10-06T13:33:42Z</dcterms:created>
  <dcterms:modified xsi:type="dcterms:W3CDTF">2026-10-06T13:33:42Z</dcterms:modified>
</cp:coreProperties>
</file>