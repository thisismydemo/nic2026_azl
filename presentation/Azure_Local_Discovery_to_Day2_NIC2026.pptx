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-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2-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1-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2-1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7-1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the exact release it runs: a lab smaller than the real thing, with...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00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Demand,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Existing hardware or new purchase: discover the whole site, verify support and map observed server/fabric evidence into the...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Inventory: servers, NIC ports/MACs, drives/controllers, boot media; ToR/OOB switches, firewall, uplinks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Outputs: provenance, supported hardware/firmware review, approved JSON-to-YAML mapping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Management/compute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turns the design into infrastructure.yml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an Arc-registered machine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the machines get an OS and Arc by one of two routes, and the preview...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Sonar listening beside it,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10 minutes; Deploy 2.5 to 3 hours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DCRs do not control every ingestion source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Cluster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Lifecycle Manager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Guests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Update Manager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Windows 11 clients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Intune or Windows Update for Business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patch run is shown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Azure Backup as the worked example; any backup solution applies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Eligible, not standing; one initiative carries the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Access is eligible with an audit trail; the hybrid baseline is one policy initiative whose compliance is not instant.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Defender plans and the hybrid baseline initiative at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Compliance evaluation is not instant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 and 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Images, logical networks, storage paths: the targets for migration and VM lifecycle.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Not live: no redundancy to spare, and the BMC path may share the VPN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voyage in one slide: every decision now running, and the cargo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30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2026-10-11T16:51:59Z</dcterms:created>
  <dcterms:modified xsi:type="dcterms:W3CDTF">2026-10-11T16:51:59Z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