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-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186880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 (D-051)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Entra Connect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Azure Backup as the worked example; any backup solution applies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Restore tests land on the isolated network, never next to production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As built: vault and policies in place; Site Recovery replication waits (node preparation needs approval; Trusted launch VMs are not supported)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policy set, Defender for Cloud on everything: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 with the Defender for Cloud, Azure Activity, Entra ID and Windows Security Events connectors...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a repair reserve and a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sized for every VM both sessions use; one drive per node never allocated; the SOFS as two VMs,...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an investigation from the rehearsal run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Not 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 redundancy to spare, and the BMC path may share the VPN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GPU host al03 restarts rather than moves: DDA does not live-migrate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36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2026-10-12T13:36:47Z</dcterms:created>
  <dcterms:modified xsi:type="dcterms:W3CDTF">2026-10-12T13:36:47Z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