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9-1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0-1.png"/><Relationship Id="rId300" Type="http://schemas.openxmlformats.org/officeDocument/2006/relationships/video" Target="../media/gen-s10-video1.mp4"/><Relationship Id="rId301" Type="http://schemas.microsoft.com/office/2007/relationships/media" Target="../media/gen-s10-video1.mp4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2-1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2-1.png"/><Relationship Id="rId300" Type="http://schemas.openxmlformats.org/officeDocument/2006/relationships/video" Target="../media/gen-s32-video1.mp4"/><Relationship Id="rId301" Type="http://schemas.microsoft.com/office/2007/relationships/media" Target="../media/gen-s32-video1.mp4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3-1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7-1.png"/><Relationship Id="rId300" Type="http://schemas.openxmlformats.org/officeDocument/2006/relationships/video" Target="../media/gen-s37-video1.mp4"/><Relationship Id="rId301" Type="http://schemas.microsoft.com/office/2007/relationships/media" Target="../media/gen-s37-video1.mp4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0-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1-1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4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  <p:pic>
        <p:nvPicPr>
          <p:cNvPr id="4" name="Title design 4" descr="Title slide as a voyage chart: Azure Local, Plan, Deploy, and Operate Azure Local from Discovery to Day 2. A dashed course with a sailboat runs through the six legs of the session: 1 Charting the course (plan and discover), 2 Building the ship (deploy), 3 Making it seaworthy (day-2 ready), 4 Loading the cargo (migrate), 5 Weathering the storm (day-2 operations), 6 Safe harbour (close and take-home), ending at a lighthouse. Kristopher Turner, Thu 15 Oct, 09:50, Room 5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Ask questions any time, and tell me to slow down</a:t>
            </a:r>
          </a:p>
        </p:txBody>
      </p:sp>
      <p:pic>
        <p:nvPicPr>
          <p:cNvPr id="3" name="Chart 3" descr="Ask questions any time, and tell me to slow down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or read-along page;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thisismydemo.cloud/nic2026_azl,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 descr="The Voyage Chart: the whole session on one map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Demand: IIC estate (24 VMs, 72 vCPU, 160 GiB) + AVD (7 VMs, 32 vCPU, 112 GiB) = 31 VMs, 104 vCPU, 272 GiB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watching the logs, the intents live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Azure Local VMs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Learn documents Azure Backup Server or a supported partner product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As 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IIC VM replicating (Protected, Normal); test failover completed in an isolated subnet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Planned Site Recovery failover: the lifeboat drill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show the labelled test failover.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If it did not land: the completed test failover (labelled), then commit, re-protect, fail back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 descr="The voyage in one slide: every decision now runni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The repo is yours; questions next.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Questions, and your feedback</a:t>
            </a:r>
          </a:p>
        </p:txBody>
      </p:sp>
      <p:pic>
        <p:nvPicPr>
          <p:cNvPr id="3" name="Chart 3" descr="Questions, and your feedback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44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2026-10-14T13:50:26Z</dcterms:created>
  <dcterms:modified xsi:type="dcterms:W3CDTF">2026-10-14T13:50:26Z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