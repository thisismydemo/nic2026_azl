
<file path=[Content_Types].xml><?xml version="1.0" encoding="utf-8"?>
<Types xmlns="http://schemas.openxmlformats.org/package/2006/content-types">
  <Default Extension="mp4" ContentType="video/mp4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8-1.png"/><Relationship Id="rId300" Type="http://schemas.openxmlformats.org/officeDocument/2006/relationships/video" Target="../media/gen-s8-video1.mp4"/><Relationship Id="rId301" Type="http://schemas.microsoft.com/office/2007/relationships/media" Target="../media/gen-s8-video1.mp4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6-1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0-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0-1.png"/><Relationship Id="rId300" Type="http://schemas.openxmlformats.org/officeDocument/2006/relationships/video" Target="../media/gen-s30-video1.mp4"/><Relationship Id="rId301" Type="http://schemas.microsoft.com/office/2007/relationships/media" Target="../media/gen-s30-video1.mp4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5-1.png"/><Relationship Id="rId300" Type="http://schemas.openxmlformats.org/officeDocument/2006/relationships/video" Target="../media/gen-s35-video1.mp4"/><Relationship Id="rId301" Type="http://schemas.microsoft.com/office/2007/relationships/media" Target="../media/gen-s35-video1.mp4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8-1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9-1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  <p:pic>
        <p:nvPicPr>
          <p:cNvPr id="4" name="Title design 4" descr="Title slide as a voyage chart: Azure Local, Plan, Deploy, and Operate Azure Local from Discovery to Day 2. A dashed course with a sailboat runs through the six legs of the session: 1 Charting the course (plan and discover), 2 Building the ship (deploy), 3 Making it seaworthy (day-2 ready), 4 Loading the cargo (migrate), 5 Weathering the storm (day-2 operations), 6 Safe harbour (close and take-home), ending at a lighthouse. Kristopher Turner, Thu 15 Oct, 09:50, Room 5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port: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job, the two-node lab reached remotely, and the exact release it runs.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Azure Migrate discovery: an inventory, not a dependency map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zure Migrate discovers a fictional VMware estate for migration to Azure Local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E7FCFB9230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Demand (the IIC estate plus the AVD session hosts and SOFS nodes),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Demand: IIC estate + AVD session hosts + SOFS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The hardware path decides who owns firmware; the topology decides how many faults you survive.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Options: validated integrated system, Premier solution, disaggregated SAN-attached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Decision: validated integrated system (two AX-760), switched storage, cloud witness (required for two nodes)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Outputs: bill of materials and the firmware baseline (BIOS, BMC, NICs, drives, solution extension)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Two-way mirror: one fault from zero redundancy; one node plus the witness lost: cluster offline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Rack Aware Cluster: two zones of up to four machines, 1 ms or less between racks, new deployments only; not chosen here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GPU per node: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02882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 (compute and AI); desktop graphics acceleration needs NVIDIA vWS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Recommendation: Arc gateway, fewer than 30 endpoints (new deployments on 2506 or later; it cannot be enabled afterwards), or proxy plus Arc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constraint: the simplified provisioning preview (2.3) does not support the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Lab: direct egress with the full allow-list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 and 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Microsoft Entra Cloud Sync, agent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exports the design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all tiers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Azure Backup Server or a partner product; Site Recovery for tier 1,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15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Arc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an OS and Arc by one of two routes.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YAML design file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Deployment time-lapsed, Sonar watching the logs, the intents live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15 minutes; Deploy about 2.5 hours for two nodes (ours: 2 h 11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Making it seaworthy: Monitor, the lookout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Lab workspace law-iic-nic26-eus-01: 30 days, 2 GB/day cap; security data in its own Sentinel workspace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Cluster: Lifecycle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Guests: Azure Update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Windows 11 clients (the AVD session hosts):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Maintenance window: Sunday 02:00 US Eastern, first run 18 Oct (after the event); dynamic scope by tag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No patch run is shown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Azure Local VMs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Learn documents Azure Backup Server or a supported partner product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Restore tests land on the isolated network, never next to production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As 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IIC VM replicating (Protected, Normal); test failover completed in an isolated subnet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Policy and Defender for Cloud: the security baseline as production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Policy audits and inherits tags at subscription scope; Defender for Cloud covers the cluster and every Arc-enabled VM on it.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Policy at subscription scope on both landing zones: audit, not block; tags inherited; activity log and security events to the Sentinel workspace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Defender CSPM, Defender for Servers P2, Storage, Key Vault, Resource Manager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Azure Local machines exempt from per-machine agent policy: the agent is a cluster extension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Microsoft Sentinel: the security log gets its own workspace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Sentinel on a dedicated workspace: four connectors and a starter set of analytics rules.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Dedicated workspace, 90 days, its own daily cap and alerts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Connectors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Defender for Cloud, Azure Activity, Microsoft Entra ID, Windows Security Events (AMA)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Analytics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starter rules plus Fusion and Defender incident creation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One incident, from alert to the entity, in one glance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repair reserve,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for every VM both sessions use.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 or service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 or check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GiB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as built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nic26-sofs-cl, two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two-way mirror FSLogixData 720 GiB; share \\nic26-sofs.azurelocal.mgmt\Profiles, continuously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44 of 44 read-back checks passed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Assessed, migrated, operated: one inventory through the lifecycle, one wave at a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60705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186309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Migrate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0129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26898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Verify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441883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467487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Complete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Waves from the complexity scores: what depends on each other moves together, one change window per wave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 1: iic-app-01 and iic-app-02 (app tier), iic-sql-01 (data tier)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Batches of up to 10 VMs; verify before Complete migration; the source VM is the rollback</a:t>
            </a:r>
          </a:p>
        </p:txBody>
      </p:sp>
      <p:sp>
        <p:nvSpPr>
          <p:cNvPr id="13" name="Opener frame 13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4" name="Leg chart 1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Replicate, migrate, verify, complete: Azure Migrate to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one wave of fictional VMware VMs replicated, migrated, verified and completed on Azure Local with Azure Migrate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E7FCFB9230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one investigation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Intent drift remediated: configuration drift is a fault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live incident in the network failure domain: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compute adapter no longer matches its intent (JumboPacket)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C3FBFE"/>
                </a:solidFill>
                <a:latin typeface="Roboto"/>
                <a:cs typeface="Roboto"/>
              </a:rPr>
              <a:t>Get-NetIntentStatus shows the drift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Network ATC remediates on its next pass, which we force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Outcome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the intent back to Success; the undo script only if ATC did not put it back, and we say so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A node lost with quorum intact: restart, then resync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n unplanned node failure on a two-node Azure Local instance with fictional names, following Microsoft Learn: quorum kept, VMs restarted on the surviving node, volumes online on one copy, alerts, the node's return and the storage resync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E7FCFB9230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Planned Site Recovery failover: the lifeboat drill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a planned failover proven by the application, not by a VM appearing in Azure.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VM (Standard security type) → Site Recovery agent on each node → Azure managed disks and VNet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Site Recovery extension for Azure Local is preview on Learn; Trusted launch VMs are not supported as a source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show the labelled test failover.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If it did not land: the completed test failover (labelled), then commit, re-protect, fail back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The voyage in one slide: every decision now running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You may also like: more voyages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Behind the Patch: 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github.com/thisismydemo/nic2026_azl · thisismydemo.cloud/nic2026_azl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41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2026-10-14T07:23:08Z</dcterms:created>
  <dcterms:modified xsi:type="dcterms:W3CDTF">2026-10-14T07:23:08Z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