
<file path=[Content_Types].xml><?xml version="1.0" encoding="utf-8"?>
<Types xmlns="http://schemas.openxmlformats.org/package/2006/content-types">
  <Default Extension="mp4" ContentType="video/mp4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8-1.png"/><Relationship Id="rId300" Type="http://schemas.openxmlformats.org/officeDocument/2006/relationships/video" Target="../media/gen-s8-video1.mp4"/><Relationship Id="rId301" Type="http://schemas.microsoft.com/office/2007/relationships/media" Target="../media/gen-s8-video1.mp4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6-1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0-1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0-1.png"/><Relationship Id="rId300" Type="http://schemas.openxmlformats.org/officeDocument/2006/relationships/video" Target="../media/gen-s30-video1.mp4"/><Relationship Id="rId301" Type="http://schemas.microsoft.com/office/2007/relationships/media" Target="../media/gen-s30-video1.mp4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5-1.png"/><Relationship Id="rId300" Type="http://schemas.openxmlformats.org/officeDocument/2006/relationships/video" Target="../media/gen-s35-video1.mp4"/><Relationship Id="rId301" Type="http://schemas.microsoft.com/office/2007/relationships/media" Target="../media/gen-s35-video1.mp4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8-1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9-1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port: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job, the two-node lab reached remotely, and the exact release it runs.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workload: the IIC estate plus AVD on Azure Local (session hosts, SOFS profile shares)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Azure Migrate discovery: an inventory, not a dependency map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zure Migrate discovers a fictional VMware estate for migration to Azure Local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Demand (the IIC estate plus the AVD session hosts and SOFS nodes),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Demand: IIC estate + AVD session hosts + SOFS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The hardware path decides who owns firmware; the topology decides how many faults you survive.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Options: validated integrated system, Premier solution, disaggregated SAN-attached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Decision: validated integrated system (two AX-760), switched storage, cloud witness (required for two nodes)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Outputs: bill of materials and the firmware baseline (BIOS, BMC, NICs, drives, solution extension)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Two-way mirror: one fault from zero redundancy; one node plus the witness lost: cluster offline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Rack Aware Cluster: two zones of up to four machines, 1 ms or less between racks, new deployments only; not chosen here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GPU per node: DDA for one AVD host, and what it does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Partitioning or passthrough is decided per workload.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028825"/>
        </p:xfrm>
        <a:graphic>
          <a:graphicData uri="http://schemas.openxmlformats.org/drawingml/2006/table">
            <a:tbl>
              <a:tblPr firstRow="1"/>
              <a:tblGrid>
                <a:gridCol w="1708030"/>
                <a:gridCol w="3260785"/>
                <a:gridCol w="3260785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DDA (passthrough)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GPU partitioning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What the VM gets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whole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slice of the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for DDA and the data center driver (compute and AI); desktop graphics acceleration needs NVIDIA vWS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NVIDIA vGPU software (vApps, vPC or vWS)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migration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No: restarts on a node with a free GPU, or stays off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 with conditions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IIC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Yes: one L4 per node, one GPU session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 licence, not used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Recommendation: Arc gateway, fewer than 30 endpoints (new deployments on 2506 or later; it cannot be enabled afterwards), or proxy plus Arc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constraint: the simplified provisioning preview (2.3) does not support the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Lab: direct egress with the full allow-list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 and 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98F8FE"/>
                </a:solidFill>
                <a:latin typeface="Roboto"/>
                <a:cs typeface="Roboto"/>
              </a:rPr>
              <a:t>Workload VLANs follow the workloads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2204 compute, 2215 AVD, 2216 SOFS, 2217 app, 2218 data, 2219 isolated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5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Workloads decide their own identity: the SOFS needs AD, so its VMs and the AVD hosts join AD; hybrid users synced by Microsoft Entra Cloud Sync, agent on its own member server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exports the design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all tiers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Azure Backup Server or a partner product; Site Recovery for tier 1,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15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Arc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an OS and Arc by one of two routes.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YAML design file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Deployment time-lapsed, Sonar beside it, the intents running for real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15 minutes; Deploy about 2.5 hours for two nodes (ours: 2 h 11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Making it seaworthy: Monitor, the lookout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Lab workspace law-iic-nic26-eus-01: 30 days, 2 GB/day cap; security data in its own Sentinel workspace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DCRs do not control every ingestion source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Preview: Azure Copilot Observability Agent investigates alerts on the same data; billed per use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50" dirty="0"/>
              <a:t>Cluster: Lifecycle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Guests: Azure Update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Windows 11 clients (the AVD session hosts):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Maintenance window: Sunday 02:00 US Eastern, first run 18 Oct (after the event); dynamic scope by tag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No patch run is shown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Azure Local VMs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Learn documents Azure Backup Server or a supported partner product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Restore tests land on the isolated network, never next to production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As built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IIC VM replicating (Protected, Normal); test failover completed in an isolated subnet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Eligible, not standing: access with an audit trail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Operators hold eligible roles, activate with justification and MFA, and every activation leaves an audit entry.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administrator, VM contributor and VM reader roles scoped to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audit entry is the evidence, not the activation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Policy and Defender for Cloud: the security baseline as production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Policy audits and inherits tags at subscription scope; Defender for Cloud covers the cluster and every Arc-enabled VM on it.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Policy at subscription scope on both landing zones: audit, not block; tags inherited; activity log and security events to the Sentinel workspace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Defender CSPM, Defender for Servers P2, Storage, Key Vault, Resource Manager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Azure Local machines exempt from per-machine agent policy: the agent is a cluster extension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Compliance evaluation is not instant: show the existing result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Microsoft Sentinel: the security log gets its own workspace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Sentinel on a dedicated workspace: four connectors and a starter set of analytics rules.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Dedicated workspace, 90 days, its own daily cap and alerts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Connectors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Defender for Cloud, Azure Activity, Microsoft Entra ID, Windows Security Events (AMA)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Analytics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starter rules plus Fusion and Defender incident creation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One incident, from alert to the entity, in one glance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SDN enabled by Arc puts an NSG on every logical network, managed from Azure like the VMs.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758821"/>
        </p:xfrm>
        <a:graphic>
          <a:graphicData uri="http://schemas.openxmlformats.org/drawingml/2006/table">
            <a:tbl>
              <a:tblPr firstRow="1"/>
              <a:tblGrid>
                <a:gridCol w="2848708"/>
                <a:gridCol w="633046"/>
                <a:gridCol w="2057400"/>
                <a:gridCol w="2690446"/>
              </a:tblGrid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Logical network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VLAN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Workload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NSG admits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lnet-iic-nic26-compute-vlan2204-eus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2204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General VMs, demo and ASR source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Admin (RDP, WinRM, SSH, ICMP), internal web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lnet-iic-nic26-avd-vlan2215-eus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AVD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RDP Shortpath from P2S, break-glass RDP; never the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lnet-iic-nic26-sofs-vlan2216-eus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2216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SOFS for FSLogix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SMB and SMB Witness from the AVD network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lnet-iic-nic26-app-vlan2217-eus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2217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app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Web 80/443 from internal and P2S; admin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lnet-iic-nic26-data-vlan2218-eus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2218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1433 from the app tier (and jump hosts); never initiates to desktops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lnet-iic-nic26-isolated-vlan2219-eus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2219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Restore and migration tests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DNS and itself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cargo: fixed volumes, repair reserve, two-VM SOFS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Four fixed two-way mirror volumes for every VM both sessions use.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1676400"/>
                <a:gridCol w="2895600"/>
                <a:gridCol w="1828800"/>
              </a:tblGrid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Volume or service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Size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Holds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Storage path or check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vmstore-01 / vmstore-02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hosts, IIC VMs, demo and ASR VMs,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volume, plus one for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sofs-01 / sofs-02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SOFS VM each: OS + 4 × 256 GiB data disks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as built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nic26-sofs-cl, two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two-way mirror FSLogixData 720 GiB; share \\nic26-sofs.azurelocal.mgmt\Profiles, continuously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44 of 44 read-back checks passed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Repair reserve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capacity drive per node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Never allocated: the drive fault repairs into it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Assessed, migrated, operated: one inventory through the lifecycle, one wave at a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60705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186309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Migrate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0129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26898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Verify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441883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467487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Complete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Waves from the complexity scores: what depends on each other moves together, one change window per wave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 1: iic-app-01 and iic-app-02 (app tier), iic-sql-01 (data tier)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Batches of up to 10 VMs; verify before Complete migration; the source VM is the rollback</a:t>
            </a:r>
          </a:p>
        </p:txBody>
      </p:sp>
      <p:sp>
        <p:nvSpPr>
          <p:cNvPr id="13" name="Opener frame 13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4" name="Leg chart 1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Replicate, migrate, verify, complete: Azure Migrate to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one wave of fictional VMware VMs replicated, migrated, verified and completed on Azure Local with Azure Migrate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agent proposes, the engineer decides: one investigation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Observability Agent (preview) takes the signal and the diagnosis steps; recovery evidence is still the repair finished.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Preview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Copilot Observability Agent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Alert from the rehearsal run of the same fault, labelled with its date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98F8FE"/>
                </a:solidFill>
                <a:latin typeface="Roboto"/>
                <a:cs typeface="Roboto"/>
              </a:rPr>
              <a:t>Plan shown, not confirmed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confirmed deep investigation is billed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98F8FE"/>
                </a:solidFill>
                <a:latin typeface="Roboto"/>
                <a:cs typeface="Roboto"/>
              </a:rPr>
              <a:t>Saved investigation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affected components, ruled-out hypotheses, next steps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Intent drift remediated: configuration drift is a fault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live incident in the network failure domain: symptom, diagnostic evidence, response, outcome.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compute adapter no longer matches its intent (JumboPacket)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C3FBFE"/>
                </a:solidFill>
                <a:latin typeface="Roboto"/>
                <a:cs typeface="Roboto"/>
              </a:rPr>
              <a:t>Get-NetIntentStatus shows the drift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Network ATC remediates on its next pass, which we force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Outcome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the intent back to Success; the undo script only if ATC did not put it back, and we say so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A node lost with quorum intact: restart, then resync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n unplanned node failure on a two-node Azure Local instance with fictional names, following Microsoft Learn: quorum kept, VMs restarted on the surviving node, volumes online on one copy, alerts, the node's return and the storage resync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Planned Site Recovery failover: the lifeboat drill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a planned failover proven by the application, not by a VM appearing in Azure.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VM (Standard security type) → Site Recovery agent on each node → Azure managed disks and VNet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Site Recovery extension for Azure Local is preview on Learn; Trusted launch VMs are not supported as a source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show the labelled test failover.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If it did not land: the completed test failover (labelled), then commit, re-protect, fail back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The voyage in one slide: every decision now running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You may also like: more voyages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Behind the Patch: 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github.com/thisismydemo/nic2026_azl · thisismydemo.cloud/nic2026_azl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41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2026-10-13T18:47:18Z</dcterms:created>
  <dcterms:modified xsi:type="dcterms:W3CDTF">2026-10-13T18:47:18Z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